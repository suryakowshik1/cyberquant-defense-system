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yber_matrix_hero_17894477298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303520" cy="5120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822960"/>
            <a:ext cx="5303520" cy="512064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RESEARCH &amp; PROTOTYPE DEFENSE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600" b="1">
                <a:solidFill>
                  <a:srgbClr val="F8FAFC"/>
                </a:solidFill>
              </a:defRPr>
            </a:pPr>
            <a:r>
              <a:t>Cyber Risk Quantification &amp;</a:t>
            </a:r>
            <a:br/>
            <a:r>
              <a:t>Budget Optimization Platform</a:t>
            </a:r>
          </a:p>
          <a:p>
            <a:pPr>
              <a:spcAft>
                <a:spcPts val="2000"/>
              </a:spcAft>
              <a:defRPr sz="1200">
                <a:solidFill>
                  <a:srgbClr val="94A3B8"/>
                </a:solidFill>
              </a:defRPr>
            </a:pPr>
            <a:r>
              <a:t>Solving the CISO-CFO Chasm through Empirical Financial Modeling (FAIR), 0/1 Knapsack Resource Allocation &amp; Active Layer 7 Defense.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The Core Problem: CISO-CFO communication gap &amp; subjective 5x5 color heatmaps.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The Solution: Converting CVE vulnerabilities into Annualized Loss (ALE in ₹).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The Methods: FAIR Framework, 0/1 Knapsack DP, Web Scanner &amp; Layer 7 WAF.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Proven Results: ₹26.64L Net Savings, +337.3% to +739.3% Security ROI.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1. 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What is the Problem? The Industry Cybersecurity Dilemma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enterprise cybersecurity is paralyzed by subjective metrics and misallocated investments.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FOUR CRITICAL INDUSTRY FAILURE POINTS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❌ 1. CISO vs CFO Language Gap: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   Security engineers speak in CVEs and CVSS scores; CFOs and Boardrooms speak in currency (₹) and ROI. CFOs cannot evaluate the value of security tools.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❌ 2. Subjective 5x5 Color Heatmaps: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   Traffic-light grids (Red/Yellow/Green) guess severity arbitrarily. A minor slow page and a massive customer database leak are both labeled 'High'.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❌ 3. Blind Spending &amp; Redundancy: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   Companies have limited budgets (e.g. ₹3L-₹15L) but face 100+ vendor tools. Without math, they waste budget on redundant, low-impact software.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❌ 4. 'Scan &amp; Abandon' Inaction: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   Legacy scanners (Nessus, Qualys) generate static 100-page PDF reports. They provide zero budget optimization and zero active attack mitigation.</a:t>
            </a:r>
          </a:p>
        </p:txBody>
      </p:sp>
      <p:pic>
        <p:nvPicPr>
          <p:cNvPr id="6" name="Picture 5" descr="comparis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209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4206240"/>
            <a:ext cx="530352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💡 THE BOTTOM LINE: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Companies are spending millions on security tools, yet still suffering devastating breaches because investments are made on vendor hype rather than empirical risk reduction.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</a:defRPr>
            </a:pPr>
            <a:r>
              <a:t>Our solution transforms cybersecurity from an emotional guessing game into an exact, solvable optimization equation.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2. STRATEGIC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How to Solve It? Transforming Cyber Risk into Solvable Math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3-pillar blueprint: Financial Risk Quantification + Algorithmic Optimization + Active Defense.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1. Monetize Cyber Risk (FAIR)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000" i="1">
                <a:solidFill>
                  <a:srgbClr val="94A3B8"/>
                </a:solidFill>
              </a:defRPr>
            </a:pPr>
            <a:r>
              <a:t>Translate Technical Flaws into Currency (₹)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Compute Annualized Loss Expectancy (ALE in ₹) for every digital asset.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Equation: ALE = Loss Event Frequency (LEF) × Loss Magnitude (LM).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CFOs instantly see: 'Our baseline exposure is ₹39.70 Lakhs/year across ₹1.50 Cr of assets'.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Grounds cyber security directly in corporate balance sheet risk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Algorithmic Optimization (0/1 Knapsack)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000" i="1">
                <a:solidFill>
                  <a:srgbClr val="94A3B8"/>
                </a:solidFill>
              </a:defRPr>
            </a:pPr>
            <a:r>
              <a:t>Maximize Risk Reduction per Rupee Spent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Treat corporate security budget as Knapsack Capacity (W) and controls as value-cost items.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Dynamic Programming algorithm mathematically selects the optimal control set.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Eliminates trial-and-error: guarantees maximum protection within budget limits.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Proves +337.3% to +739.3% Security ROI for both lean and enterprise budgets.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3. Active Defense Enforcement (Layer 7 WAF)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000" i="1">
                <a:solidFill>
                  <a:srgbClr val="94A3B8"/>
                </a:solidFill>
              </a:defRPr>
            </a:pPr>
            <a:r>
              <a:t>Close the Gap Between Audit and Protection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Don't just inspect and report vulnerabilities—actively terminate malicious traffic.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Inspects live HTTP requests for SQL Injection, XSS, and Path Traversal payloads.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Immediate real-time mitigation with HTTP 403 Forbidden enforcement.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✔ Provides an end-to-end cycle: Assess → Quantify → Optimize → Defend.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3. SELECTED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What Methods Did I Select to Use &amp; Why?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rigorous combination of empirical frameworks, algorithmic theory, and defense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1182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Method 1: FAIR Framework (Factor Analysis of Information Risk)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Mathematical Formula: ALE = Loss Event Frequency (LEF) × Loss Magnitude (LM).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Why Selected: Globally recognized Open Group / ISO-compatible standard for empirical financial cyber risk quantification.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Impact: Translates 5 portfolio assets worth ₹1.50 Cr into an exact baseline risk of ₹39,70,260/yr.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118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Method 2: 0/1 Knapsack Dynamic Programming Optimizer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Mathematical Formula: Maximize ∑ (ΔRisk_i) subject to ∑ (Cost_i) ≤ Budget, where x_i ∈ {0, 1}.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Why Selected: Guarantees global mathematical optimum; cannot be swayed by vendor sales pitches or guesswork.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Impact: Solves combinatorial control allocation in O(N × W) time, delivering +739% ROI on lean budgets.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118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Method 3: Automated Asset Reconnaissance &amp; Vulnerability Scanner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Mechanics: Multi-threaded HTTP/TLS header auditing, port mapping, and vulnerability correlation.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Why Selected: Provides empirical real-world inputs to feed the FAIR engine rather than manual subjective assumptions.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Impact: Instantly audits missing HSTS, CSP, X-Frame-Options, SSL expiry, and exposed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118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Method 4: Layer 7 Active Web Application Firewall (WAF)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Mechanics: High-performance regular expression inspection on query params, headers, and body payloads.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Why Selected: Bridges the critical gap between passive assessment and active threat mitigation.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Technical Impact: Real-time neutralization of OWASP Top 10 exploits (SQLi, XSS, Path Traversal) with HTTP 403.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4.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Autonomous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How data flows seamlessly from asset discovery through financial quantification to real-time defense.</a:t>
            </a:r>
          </a:p>
        </p:txBody>
      </p:sp>
      <p:pic>
        <p:nvPicPr>
          <p:cNvPr id="5" name="Picture 4" descr="architecture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2793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6035040"/>
            <a:ext cx="10698480" cy="45720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PIPELINE SUMMARY: Discovery ➔ FAIR Risk Quantification (ALE ₹) ➔ 0/1 Knapsack AI ➔ Boardroom Metrics ➔ Real-Time WAF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5. ADVANTAGES &amp;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Pros of My Solution: Proven Value Proposition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Quantifiable advantages over both traditional scanners and expensive enterprise platforms.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✔ C-Suite &amp; Boardroom Alignment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Eliminates technical jargon. Converts abstract CVEs into clear financial liabilities in Indian Rupees (₹).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CFOs can approve security budgets with full confidence in expected savings.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Transforms cybersecurity from an unavoidable operational expense into a measurable investment.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✔ Mathematically Optimal Budget Allocation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0/1 Knapsack Dynamic Programming guarantees that not a single rupee is wasted.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Proven results: ₹2.90L spend yields ₹24.33L in loss avoidance (+739.3% ROI).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Protects resource-constrained startups and SMEs from predatory vendor upselling.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✔ Closed-Loop Active Defense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Unlike Nessus or Qualys which only generate passive PDF reports, CyberQuant actively defends.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Integrated Layer 7 WAF intercepts live malicious traffic (SQLi, XSS, Path Traversal).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Provides an end-to-end cycle: Assess → Quantify → Optimize → Defend.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✔ High Speed &amp; Lightweight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Sub-second mathematical optimization calculations using dynamic programming.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Lightweight Python/FastAPI architecture with zero external enterprise cloud dependencies.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Cost-effective deployment accessible to any organization regardless of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6. 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Cons &amp; Limitations of My Solution (+ How We Mitigate Them)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An honest, rigorous engineering evaluation of system boundaries and planned architectural mitigations.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1. Asset Valuation Dependency</a:t>
            </a:r>
          </a:p>
          <a:p>
            <a:pPr>
              <a:spcBef>
                <a:spcPts val="400"/>
              </a:spcBef>
              <a:defRPr sz="1050">
                <a:solidFill>
                  <a:srgbClr val="FECACA"/>
                </a:solidFill>
              </a:defRPr>
            </a:pPr>
            <a:r>
              <a:t>⚠️ Limitation: FAIR model requires initial asset financial value inputs.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🛡️ Mitigation: Pre-configured industry-standard valuation templates for e-commerce, healthcare, and finance SMEs to eliminate manual estimation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Threat Frequency Probabilities</a:t>
            </a:r>
          </a:p>
          <a:p>
            <a:pPr>
              <a:spcBef>
                <a:spcPts val="400"/>
              </a:spcBef>
              <a:defRPr sz="1050">
                <a:solidFill>
                  <a:srgbClr val="FECACA"/>
                </a:solidFill>
              </a:defRPr>
            </a:pPr>
            <a:r>
              <a:t>⚠️ Limitation: Loss Event Frequency (LEF) relies on historical threat statistics.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🛡️ Mitigation: Automated threat telemetry integration (CISA KEV, MITRE ATT&amp;CK, AlienVault OTX) to continuously refine probability weights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3. WAF False Positive Potential</a:t>
            </a:r>
          </a:p>
          <a:p>
            <a:pPr>
              <a:spcBef>
                <a:spcPts val="400"/>
              </a:spcBef>
              <a:defRPr sz="1050">
                <a:solidFill>
                  <a:srgbClr val="FECACA"/>
                </a:solidFill>
              </a:defRPr>
            </a:pPr>
            <a:r>
              <a:t>⚠️ Limitation: Aggressive regex inspection could mistakenly flag complex legitimate user queries.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🛡️ Mitigation: Implemented whitelisting rules, contextual sanitization pipelines, and anomaly score thresholds instead of blunt string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4. Discrete Knapsack Boundary</a:t>
            </a:r>
          </a:p>
          <a:p>
            <a:pPr>
              <a:spcBef>
                <a:spcPts val="400"/>
              </a:spcBef>
              <a:defRPr sz="1050">
                <a:solidFill>
                  <a:srgbClr val="FECACA"/>
                </a:solidFill>
              </a:defRPr>
            </a:pPr>
            <a:r>
              <a:t>⚠️ Limitation: 0/1 Knapsack treats controls as binary (all or nothing), ignoring partial deployments.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🛡️ Mitigation: Future evolution to Fractional Knapsack / Multi-choice Knapsack for phased rollouts and hybrid licensing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7. STRATEGIC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Conclusion: A Paradigm Shift in Cyber Defense &amp; Next Steps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Transforming cybersecurity from an opaque cost sink into an automated, profitable business enabler.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Proven Problem-Solving Impact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Directly resolves the #1 friction in corporate security: CISO-CFO communication gap.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Validates real ROI: ₹26.64L net profit on full deployment; +739% ROI on lean budget.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Bridges the divide between theoretical risk assessment and real-time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Commercial &amp; Research Viability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Democratizes Cyber Risk Quantification (CRQ)—making $50K enterprise features accessible.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Zero cloud vendor lock-in: standalone, lightweight, fast, and highly customizable.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Immediate real-world applicability for Indian SMEs, startups, and regulated sectors.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Future Technological Roadmap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Phase 1: Real-time CISA KEV threat intelligence stream ingestion.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Phase 2: Reinforcement Learning (RL) for dynamic budget optimization across multi-cloud.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✔ Phase 3: Automated regulatory compliance mapping (DPDP Act 2023, ISO 27001, SOC 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35040"/>
            <a:ext cx="10698480" cy="45720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EXECUTIVE TAKEAWAY: Security is no longer an expense. With CyberQuant AI, it is a mathematically optimized investment with +337.3% net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